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172A"/>
                </a:solidFill>
                <a:latin typeface="Aptos Display"/>
              </a:rPr>
              <a:t>AI-Powered Log Analysis</a:t>
            </a:r>
            <a:br/>
            <a:r>
              <a:t>&amp; Incident Triage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461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75569"/>
                </a:solidFill>
              </a:rPr>
              <a:t>An intelligent system for faster incident detection and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578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4748B"/>
                </a:solidFill>
              </a:rPr>
              <a:t>Software Engineering Internal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Aptos Display"/>
              </a:rPr>
              <a:t>2.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Growing Log Volume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75569"/>
                </a:solidFill>
              </a:rPr>
              <a:t>Modern applications continuously generate large amounts of logs.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0020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Faster Response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75569"/>
                </a:solidFill>
              </a:rPr>
              <a:t>Incidents need to be understood and prioritized quickly.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00200"/>
            <a:ext cx="3383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Smarter Monitoring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75569"/>
                </a:solidFill>
              </a:rPr>
              <a:t>AI can turn raw logs into useful, human-readable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4069080"/>
            <a:ext cx="7040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Our Motivation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75569"/>
                </a:solidFill>
              </a:rPr>
              <a:t>Reduce the time and effort required to understand system failures.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AI-Powered Log Analysis &amp; Incident Triage System   •   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Aptos Display"/>
              </a:rPr>
              <a:t>3.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>
                <a:solidFill>
                  <a:srgbClr val="1E293B"/>
                </a:solidFill>
              </a:rPr>
              <a:t>Large volumes of logs make manual analysis slow and difficult.</a:t>
            </a:r>
          </a:p>
          <a:p>
            <a:pPr>
              <a:spcAft>
                <a:spcPts val="2000"/>
              </a:spcAft>
            </a:pPr>
            <a:r>
              <a:rPr sz="2200">
                <a:solidFill>
                  <a:srgbClr val="1E293B"/>
                </a:solidFill>
              </a:rPr>
              <a:t>Important errors can get buried among routine messages.</a:t>
            </a:r>
          </a:p>
          <a:p>
            <a:pPr>
              <a:spcAft>
                <a:spcPts val="2000"/>
              </a:spcAft>
            </a:pPr>
            <a:r>
              <a:rPr sz="2200">
                <a:solidFill>
                  <a:srgbClr val="1E293B"/>
                </a:solidFill>
              </a:rPr>
              <a:t>Related failures may be spread across multiple services.</a:t>
            </a:r>
          </a:p>
          <a:p>
            <a:pPr>
              <a:spcAft>
                <a:spcPts val="2000"/>
              </a:spcAft>
            </a:pPr>
            <a:r>
              <a:rPr sz="2200">
                <a:solidFill>
                  <a:srgbClr val="1E293B"/>
                </a:solidFill>
              </a:rPr>
              <a:t>Identifying the root cause during an incident can take significant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AI-Powered Log Analysis &amp; Incident Triage System   •   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Aptos Display"/>
              </a:rPr>
              <a:t>4.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200">
                <a:solidFill>
                  <a:srgbClr val="1E293B"/>
                </a:solidFill>
              </a:rPr>
              <a:t>A centralized dashboard to collect and analyze application logs.</a:t>
            </a:r>
          </a:p>
          <a:p>
            <a:pPr>
              <a:spcAft>
                <a:spcPts val="2000"/>
              </a:spcAft>
            </a:pPr>
            <a:r>
              <a:rPr sz="2200">
                <a:solidFill>
                  <a:srgbClr val="1E293B"/>
                </a:solidFill>
              </a:rPr>
              <a:t>AI classifies error severity and summarizes important incidents.</a:t>
            </a:r>
          </a:p>
          <a:p>
            <a:pPr>
              <a:spcAft>
                <a:spcPts val="2000"/>
              </a:spcAft>
            </a:pPr>
            <a:r>
              <a:rPr sz="2200">
                <a:solidFill>
                  <a:srgbClr val="1E293B"/>
                </a:solidFill>
              </a:rPr>
              <a:t>Anomaly detection identifies unusual system behavior.</a:t>
            </a:r>
          </a:p>
          <a:p>
            <a:pPr>
              <a:spcAft>
                <a:spcPts val="2000"/>
              </a:spcAft>
            </a:pPr>
            <a:r>
              <a:rPr sz="2200">
                <a:solidFill>
                  <a:srgbClr val="1E293B"/>
                </a:solidFill>
              </a:rPr>
              <a:t>AI generates Root Cause Analysis (RCA) and recommended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6636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</a:rPr>
              <a:t>Logs  →  AI/ML Analysis  →  Incident Detection  →  RCA  → 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AI-Powered Log Analysis &amp; Incident Triage System   •  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